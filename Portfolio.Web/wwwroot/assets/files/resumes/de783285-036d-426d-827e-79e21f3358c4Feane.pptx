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229C1-99CC-5C5E-AE50-6A87CEF20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8691E-2B17-BD5B-255E-90477A12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D32C2-AD08-9B59-AC32-F5FFF7C2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3774B-0820-6991-5B8B-3B11BC35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ED53C-5B00-BD26-4F9F-A5BAC5DB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2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9C9A3-00B2-0123-2E95-F2853E93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FA04-7243-24DD-1789-13CFC99FA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10534-4515-80E5-7612-5D6B71BE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00871-808F-D132-D456-420691FC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D2C88-58DC-049A-B509-E1DEE0CF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5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4776-870B-0080-E0B1-3F150642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58703-C69D-B4A9-EBF7-B2950D09B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DD6BE-EFE1-22CE-BA67-D8FC7F4B4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2868F-D6A6-31D4-AD72-2DDBDC8C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9283-09E4-E2D3-01D0-7768C5ED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1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D71A-CC93-5183-8F86-706C0378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440FA-961C-E81D-7829-BD75FF0A39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1E8D3-92E2-2AC0-0CCD-8D2739D02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191B1-F087-99B3-CE15-BEE06A1D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F45B5-D36F-741D-82D1-B6909551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1229F-D71E-5433-CCD5-1D148C89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7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BC60-848F-0F71-E9A9-62C87D9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FD8E0-736C-C7DD-D495-1BEF4E9F5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28FD8-72C1-A988-9BCB-2D4F0AB1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03A64-DAF8-F880-E19C-F04A5497D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F3A0C-BB13-6084-1867-4D0F4FB82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2CDF9-D901-42B1-A3B3-5210EF45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1F3D0-68D7-A3BB-7732-315E22FE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50AC7-360E-14D6-70C9-B5674E38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6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AA8F-C385-4F22-FC4C-F8EF2C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CE408-25DA-9218-3D5D-C08D1EA73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9A00F-633C-DBE6-83C3-D9B3B9D6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49D91-3C1E-B972-95F1-BA1B2013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2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52915-AE94-E10D-7FB9-52DE492A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9566D-8569-1875-04F4-905ED3CA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3F84A-18AF-6B5B-D594-20173C92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0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5D08-0C3F-C5C7-5FA1-BF6C1BC0F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CCC73-EA7A-EA4C-C243-E7129BC37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12570-B1F6-1932-0BDC-13D9BEFC3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FF26C-17A6-F554-1F31-CBE418A20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63D92-BC1C-EBDD-D20A-92EE20F0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3659C-B86D-6BEB-5900-EE13EB22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4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266E-FDCA-4EAE-3A1F-B0C947F2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7FBD7-6EFD-087D-17C5-2D0D93771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ED078-CD9C-6EB6-38EA-A96279AE0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3E96C-2100-7D70-E020-9DA0275B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5F68E-D88C-8392-FD03-524F6741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6DF75-DCCC-C3EF-CDD6-B9ADE664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6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1FBC-31C7-2F73-3CD8-72976A59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FB0CE-D8E4-F140-0887-C567E2490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8DA8-69F3-2F8F-4795-1641111C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142E2-1277-0753-96B7-D9764A45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0693F-CF63-4902-6ACE-1CCA7EA4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9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0892A-2082-1A58-0F08-0EEA01772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4D684-DA28-F525-C649-FAD178DB4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1E503-9F61-8348-3C04-2A8FCA3B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94F50-42AA-5C26-DBA5-6F8989B7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E58D-E838-F667-AB65-69F774C7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5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4A88B-3F79-926E-317C-3CC7B954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A97D8-52E2-C357-9A30-830CBB76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DA84-BD6C-34F3-B0E1-5360C7436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C5FC5-66B5-45D1-8451-65F1833B8B22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CC3B7-4BB9-B35F-08D8-D1A944DC6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6AE32-29CD-C758-127E-7B675FD41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308EF-DF31-452E-86BA-31B531BD4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840A43-B2FA-0CC2-EF96-B3F98A1BA2BF}"/>
              </a:ext>
            </a:extLst>
          </p:cNvPr>
          <p:cNvSpPr/>
          <p:nvPr/>
        </p:nvSpPr>
        <p:spPr>
          <a:xfrm>
            <a:off x="354842" y="375314"/>
            <a:ext cx="2402006" cy="1129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Category</a:t>
            </a:r>
            <a:br>
              <a:rPr lang="en-US" dirty="0"/>
            </a:br>
            <a:r>
              <a:rPr lang="en-US" dirty="0"/>
              <a:t>Id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FA3F3-82C1-5B5E-13BC-31B6D8D84913}"/>
              </a:ext>
            </a:extLst>
          </p:cNvPr>
          <p:cNvSpPr/>
          <p:nvPr/>
        </p:nvSpPr>
        <p:spPr>
          <a:xfrm>
            <a:off x="3302758" y="375314"/>
            <a:ext cx="2347415" cy="2231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Food</a:t>
            </a:r>
            <a:br>
              <a:rPr lang="en-US" dirty="0"/>
            </a:br>
            <a:r>
              <a:rPr lang="en-US" dirty="0"/>
              <a:t>Id</a:t>
            </a:r>
            <a:br>
              <a:rPr lang="en-US" dirty="0"/>
            </a:br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Description</a:t>
            </a:r>
          </a:p>
          <a:p>
            <a:pPr algn="ctr"/>
            <a:r>
              <a:rPr lang="en-US" dirty="0" err="1"/>
              <a:t>ImageUrl</a:t>
            </a:r>
            <a:endParaRPr lang="en-US" dirty="0"/>
          </a:p>
          <a:p>
            <a:pPr algn="ctr"/>
            <a:r>
              <a:rPr lang="en-US" dirty="0"/>
              <a:t>Price</a:t>
            </a:r>
          </a:p>
          <a:p>
            <a:pPr algn="ctr"/>
            <a:r>
              <a:rPr lang="en-US" dirty="0" err="1"/>
              <a:t>CategoryId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E6240-A3A1-0CF3-D242-8838E448F6E5}"/>
              </a:ext>
            </a:extLst>
          </p:cNvPr>
          <p:cNvSpPr/>
          <p:nvPr/>
        </p:nvSpPr>
        <p:spPr>
          <a:xfrm>
            <a:off x="6155140" y="375314"/>
            <a:ext cx="2258705" cy="216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Reservation</a:t>
            </a:r>
          </a:p>
          <a:p>
            <a:pPr algn="ctr"/>
            <a:r>
              <a:rPr lang="en-US" dirty="0"/>
              <a:t>Id</a:t>
            </a:r>
          </a:p>
          <a:p>
            <a:pPr algn="ctr"/>
            <a:r>
              <a:rPr lang="en-US" dirty="0" err="1"/>
              <a:t>UserId</a:t>
            </a:r>
            <a:endParaRPr lang="en-US" dirty="0"/>
          </a:p>
          <a:p>
            <a:pPr algn="ctr"/>
            <a:r>
              <a:rPr lang="en-US" dirty="0" err="1"/>
              <a:t>PersonCount</a:t>
            </a:r>
            <a:endParaRPr lang="en-US" dirty="0"/>
          </a:p>
          <a:p>
            <a:pPr algn="ctr"/>
            <a:r>
              <a:rPr lang="en-US" dirty="0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D4AA71-35C7-A2AA-AC76-42FCADF85A85}"/>
              </a:ext>
            </a:extLst>
          </p:cNvPr>
          <p:cNvSpPr/>
          <p:nvPr/>
        </p:nvSpPr>
        <p:spPr>
          <a:xfrm>
            <a:off x="9062113" y="375314"/>
            <a:ext cx="1767386" cy="2026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  <a:p>
            <a:pPr algn="ctr"/>
            <a:r>
              <a:rPr lang="en-US" dirty="0"/>
              <a:t>Id</a:t>
            </a:r>
          </a:p>
          <a:p>
            <a:pPr algn="ctr"/>
            <a:r>
              <a:rPr lang="en-US" dirty="0"/>
              <a:t>Name</a:t>
            </a:r>
          </a:p>
          <a:p>
            <a:pPr algn="ctr"/>
            <a:r>
              <a:rPr lang="en-US" dirty="0"/>
              <a:t>Email</a:t>
            </a:r>
          </a:p>
          <a:p>
            <a:pPr algn="ctr"/>
            <a:r>
              <a:rPr lang="en-US" dirty="0" err="1"/>
              <a:t>PhoneNumber</a:t>
            </a:r>
            <a:endParaRPr lang="en-US" dirty="0"/>
          </a:p>
          <a:p>
            <a:pPr algn="ctr"/>
            <a:r>
              <a:rPr lang="en-US" dirty="0"/>
              <a:t>Password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5A7AC-90A4-3E41-DA78-3BDED14F2398}"/>
              </a:ext>
            </a:extLst>
          </p:cNvPr>
          <p:cNvSpPr/>
          <p:nvPr/>
        </p:nvSpPr>
        <p:spPr>
          <a:xfrm>
            <a:off x="457200" y="2204114"/>
            <a:ext cx="2149522" cy="2169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Basket</a:t>
            </a:r>
          </a:p>
          <a:p>
            <a:pPr algn="ctr"/>
            <a:r>
              <a:rPr lang="en-US" dirty="0" err="1"/>
              <a:t>UserId</a:t>
            </a:r>
            <a:endParaRPr lang="en-US" dirty="0"/>
          </a:p>
          <a:p>
            <a:pPr algn="ctr"/>
            <a:r>
              <a:rPr lang="en-US" dirty="0"/>
              <a:t>FoodId</a:t>
            </a:r>
          </a:p>
          <a:p>
            <a:pPr algn="ctr"/>
            <a:r>
              <a:rPr lang="en-US" dirty="0"/>
              <a:t>Count</a:t>
            </a:r>
          </a:p>
          <a:p>
            <a:pPr algn="ctr"/>
            <a:r>
              <a:rPr lang="en-US" dirty="0"/>
              <a:t>Price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E7690-7C7C-830F-A100-ACC3E1773D07}"/>
              </a:ext>
            </a:extLst>
          </p:cNvPr>
          <p:cNvSpPr/>
          <p:nvPr/>
        </p:nvSpPr>
        <p:spPr>
          <a:xfrm>
            <a:off x="3302758" y="3016155"/>
            <a:ext cx="2122227" cy="2593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Order</a:t>
            </a:r>
          </a:p>
          <a:p>
            <a:pPr algn="ctr"/>
            <a:r>
              <a:rPr lang="en-US" dirty="0" err="1"/>
              <a:t>UserId</a:t>
            </a:r>
            <a:endParaRPr lang="en-US" dirty="0"/>
          </a:p>
          <a:p>
            <a:pPr algn="ctr"/>
            <a:r>
              <a:rPr lang="en-US" dirty="0"/>
              <a:t>FoodId</a:t>
            </a:r>
          </a:p>
          <a:p>
            <a:pPr algn="ctr"/>
            <a:r>
              <a:rPr lang="en-US" dirty="0"/>
              <a:t>Count</a:t>
            </a:r>
          </a:p>
          <a:p>
            <a:pPr algn="ctr"/>
            <a:r>
              <a:rPr lang="en-US" dirty="0"/>
              <a:t>Price</a:t>
            </a:r>
          </a:p>
        </p:txBody>
      </p:sp>
    </p:spTree>
    <p:extLst>
      <p:ext uri="{BB962C8B-B14F-4D97-AF65-F5344CB8AC3E}">
        <p14:creationId xmlns:p14="http://schemas.microsoft.com/office/powerpoint/2010/main" val="230396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Leyla Heydari</dc:creator>
  <cp:lastModifiedBy>Leyla Heydari</cp:lastModifiedBy>
  <cp:revision>1</cp:revision>
  <dcterms:created xsi:type="dcterms:W3CDTF">2026-05-09T12:58:55Z</dcterms:created>
  <dcterms:modified xsi:type="dcterms:W3CDTF">2026-05-09T12:58:55Z</dcterms:modified>
</cp:coreProperties>
</file>